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34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7DCE0-9D34-40EE-BDFC-C6224BD2DDFD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D6499-A12E-492E-97B5-89FBA3C7B5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2879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9128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798" y="72518"/>
            <a:ext cx="6223035" cy="1326514"/>
          </a:xfrm>
        </p:spPr>
        <p:txBody>
          <a:bodyPr rtlCol="0" anchor="b">
            <a:normAutofit/>
          </a:bodyPr>
          <a:lstStyle>
            <a:lvl1pPr>
              <a:defRPr lang="pt-BR" sz="21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224" y="2072640"/>
            <a:ext cx="6243067" cy="3493008"/>
          </a:xfrm>
        </p:spPr>
        <p:txBody>
          <a:bodyPr rtlCol="0">
            <a:normAutofit/>
          </a:bodyPr>
          <a:lstStyle>
            <a:lvl1pPr marL="171450" indent="-171450">
              <a:lnSpc>
                <a:spcPts val="18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lang="pt-BR" sz="1500"/>
            </a:lvl1pPr>
            <a:lvl2pPr marL="600075" indent="-257175">
              <a:lnSpc>
                <a:spcPts val="1800"/>
              </a:lnSpc>
              <a:buFont typeface="Arial" panose="020B0604020202020204" pitchFamily="34" charset="0"/>
              <a:buChar char="•"/>
              <a:defRPr lang="pt-BR" sz="1500"/>
            </a:lvl2pPr>
            <a:lvl3pPr marL="942975" indent="-257175">
              <a:lnSpc>
                <a:spcPts val="1800"/>
              </a:lnSpc>
              <a:buFont typeface="Arial" panose="020B0604020202020204" pitchFamily="34" charset="0"/>
              <a:buChar char="•"/>
              <a:defRPr lang="pt-BR" sz="1500"/>
            </a:lvl3pPr>
            <a:lvl4pPr marL="1285875" indent="-257175">
              <a:lnSpc>
                <a:spcPts val="1800"/>
              </a:lnSpc>
              <a:buFont typeface="Arial" panose="020B0604020202020204" pitchFamily="34" charset="0"/>
              <a:buChar char="•"/>
              <a:defRPr lang="pt-BR" sz="1500"/>
            </a:lvl4pPr>
            <a:lvl5pPr marL="1628775" indent="-257175">
              <a:lnSpc>
                <a:spcPts val="1800"/>
              </a:lnSpc>
              <a:buFont typeface="Arial" panose="020B0604020202020204" pitchFamily="34" charset="0"/>
              <a:buChar char="•"/>
              <a:defRPr lang="pt-BR" sz="15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2002536" cy="365125"/>
          </a:xfrm>
        </p:spPr>
        <p:txBody>
          <a:bodyPr rtlCol="0"/>
          <a:lstStyle>
            <a:lvl1pPr>
              <a:defRPr lang="pt-BR" sz="105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4646" y="6246623"/>
            <a:ext cx="20574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7061597" y="264696"/>
            <a:ext cx="2082404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6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D59DE8-D061-2528-02BA-17B297FD54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09552" y="3160728"/>
            <a:ext cx="5930491" cy="994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/>
              <a:t> </a:t>
            </a:r>
          </a:p>
          <a:p>
            <a:pPr marL="0" indent="0">
              <a:buNone/>
            </a:pPr>
            <a:r>
              <a:rPr lang="pt-BR" sz="1800" dirty="0"/>
              <a:t>Prof. Luiz Carlos R. Neduziak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1</a:t>
            </a:fld>
            <a:endParaRPr lang="pt-BR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ECF9570-6D83-265F-9AAA-B832145E4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50"/>
            <a:ext cx="9144000" cy="546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37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</Words>
  <Application>Microsoft Office PowerPoint</Application>
  <PresentationFormat>Apresentação na tela (4:3)</PresentationFormat>
  <Paragraphs>4</Paragraphs>
  <Slides>22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Luiz Carlos Neduziak</cp:lastModifiedBy>
  <cp:revision>3</cp:revision>
  <dcterms:created xsi:type="dcterms:W3CDTF">2013-01-27T09:14:16Z</dcterms:created>
  <dcterms:modified xsi:type="dcterms:W3CDTF">2025-09-02T21:38:37Z</dcterms:modified>
  <cp:category/>
</cp:coreProperties>
</file>